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68" r:id="rId4"/>
    <p:sldId id="274" r:id="rId5"/>
    <p:sldId id="283" r:id="rId6"/>
    <p:sldId id="284" r:id="rId7"/>
    <p:sldId id="285" r:id="rId8"/>
    <p:sldId id="269" r:id="rId9"/>
    <p:sldId id="270" r:id="rId10"/>
    <p:sldId id="271" r:id="rId11"/>
    <p:sldId id="273" r:id="rId12"/>
    <p:sldId id="272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1FF"/>
    <a:srgbClr val="64FFDA"/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63843-1309-4242-9930-FABBACF2500B}" v="25" dt="2025-12-24T18:09:43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577" autoAdjust="0"/>
  </p:normalViewPr>
  <p:slideViewPr>
    <p:cSldViewPr snapToGrid="0">
      <p:cViewPr varScale="1">
        <p:scale>
          <a:sx n="77" d="100"/>
          <a:sy n="77" d="100"/>
        </p:scale>
        <p:origin x="43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RAJ" userId="8b4737dc36e157ba" providerId="LiveId" clId="{8863390F-0955-4F00-8A37-1D518CD59B79}"/>
    <pc:docChg chg="undo custSel addSld modSld sldOrd">
      <pc:chgData name="NIKHIL RAJ" userId="8b4737dc36e157ba" providerId="LiveId" clId="{8863390F-0955-4F00-8A37-1D518CD59B79}" dt="2025-12-24T18:16:26.223" v="1348" actId="403"/>
      <pc:docMkLst>
        <pc:docMk/>
      </pc:docMkLst>
      <pc:sldChg chg="addSp modSp mod">
        <pc:chgData name="NIKHIL RAJ" userId="8b4737dc36e157ba" providerId="LiveId" clId="{8863390F-0955-4F00-8A37-1D518CD59B79}" dt="2025-12-24T18:16:26.223" v="1348" actId="403"/>
        <pc:sldMkLst>
          <pc:docMk/>
          <pc:sldMk cId="1449291483" sldId="257"/>
        </pc:sldMkLst>
        <pc:spChg chg="add mod">
          <ac:chgData name="NIKHIL RAJ" userId="8b4737dc36e157ba" providerId="LiveId" clId="{8863390F-0955-4F00-8A37-1D518CD59B79}" dt="2025-12-24T18:10:57.583" v="1017" actId="1076"/>
          <ac:spMkLst>
            <pc:docMk/>
            <pc:sldMk cId="1449291483" sldId="257"/>
            <ac:spMk id="2" creationId="{4420ED2F-9200-3F85-61DC-EB416BB89394}"/>
          </ac:spMkLst>
        </pc:spChg>
        <pc:spChg chg="mod">
          <ac:chgData name="NIKHIL RAJ" userId="8b4737dc36e157ba" providerId="LiveId" clId="{8863390F-0955-4F00-8A37-1D518CD59B79}" dt="2025-12-24T18:10:43.241" v="1016" actId="1076"/>
          <ac:spMkLst>
            <pc:docMk/>
            <pc:sldMk cId="1449291483" sldId="257"/>
            <ac:spMk id="3" creationId="{B5A26FD4-4BFD-C4FB-4438-A5AF7B3B9304}"/>
          </ac:spMkLst>
        </pc:spChg>
        <pc:spChg chg="add mod">
          <ac:chgData name="NIKHIL RAJ" userId="8b4737dc36e157ba" providerId="LiveId" clId="{8863390F-0955-4F00-8A37-1D518CD59B79}" dt="2025-12-24T18:16:26.223" v="1348" actId="403"/>
          <ac:spMkLst>
            <pc:docMk/>
            <pc:sldMk cId="1449291483" sldId="257"/>
            <ac:spMk id="5" creationId="{97883A8D-AFB6-58DA-6B58-15A627D45A3B}"/>
          </ac:spMkLst>
        </pc:spChg>
      </pc:sldChg>
      <pc:sldChg chg="modSp mod">
        <pc:chgData name="NIKHIL RAJ" userId="8b4737dc36e157ba" providerId="LiveId" clId="{8863390F-0955-4F00-8A37-1D518CD59B79}" dt="2025-12-24T16:45:03.531" v="13" actId="20577"/>
        <pc:sldMkLst>
          <pc:docMk/>
          <pc:sldMk cId="3020338821" sldId="269"/>
        </pc:sldMkLst>
        <pc:spChg chg="mod">
          <ac:chgData name="NIKHIL RAJ" userId="8b4737dc36e157ba" providerId="LiveId" clId="{8863390F-0955-4F00-8A37-1D518CD59B79}" dt="2025-12-24T16:45:03.531" v="13" actId="20577"/>
          <ac:spMkLst>
            <pc:docMk/>
            <pc:sldMk cId="3020338821" sldId="269"/>
            <ac:spMk id="3" creationId="{F63D6C67-38A3-FE9B-E02C-44A9B582D68B}"/>
          </ac:spMkLst>
        </pc:spChg>
      </pc:sldChg>
      <pc:sldChg chg="addSp delSp modSp mod">
        <pc:chgData name="NIKHIL RAJ" userId="8b4737dc36e157ba" providerId="LiveId" clId="{8863390F-0955-4F00-8A37-1D518CD59B79}" dt="2025-12-24T17:23:42.486" v="18" actId="478"/>
        <pc:sldMkLst>
          <pc:docMk/>
          <pc:sldMk cId="1686961456" sldId="274"/>
        </pc:sldMkLst>
        <pc:graphicFrameChg chg="add del mod">
          <ac:chgData name="NIKHIL RAJ" userId="8b4737dc36e157ba" providerId="LiveId" clId="{8863390F-0955-4F00-8A37-1D518CD59B79}" dt="2025-12-24T17:23:30.720" v="16" actId="478"/>
          <ac:graphicFrameMkLst>
            <pc:docMk/>
            <pc:sldMk cId="1686961456" sldId="274"/>
            <ac:graphicFrameMk id="2" creationId="{D33B3986-5321-6871-519E-C752AD55C144}"/>
          </ac:graphicFrameMkLst>
        </pc:graphicFrameChg>
        <pc:graphicFrameChg chg="add del mod">
          <ac:chgData name="NIKHIL RAJ" userId="8b4737dc36e157ba" providerId="LiveId" clId="{8863390F-0955-4F00-8A37-1D518CD59B79}" dt="2025-12-24T17:23:42.486" v="18" actId="478"/>
          <ac:graphicFrameMkLst>
            <pc:docMk/>
            <pc:sldMk cId="1686961456" sldId="274"/>
            <ac:graphicFrameMk id="3" creationId="{C8D03EF2-2F1C-1D06-67DB-8C861F2398E7}"/>
          </ac:graphicFrameMkLst>
        </pc:graphicFrameChg>
      </pc:sldChg>
      <pc:sldChg chg="addSp delSp modSp new mod ord">
        <pc:chgData name="NIKHIL RAJ" userId="8b4737dc36e157ba" providerId="LiveId" clId="{8863390F-0955-4F00-8A37-1D518CD59B79}" dt="2025-12-24T18:07:05.026" v="972"/>
        <pc:sldMkLst>
          <pc:docMk/>
          <pc:sldMk cId="738069298" sldId="283"/>
        </pc:sldMkLst>
        <pc:spChg chg="add del mod">
          <ac:chgData name="NIKHIL RAJ" userId="8b4737dc36e157ba" providerId="LiveId" clId="{8863390F-0955-4F00-8A37-1D518CD59B79}" dt="2025-12-24T17:24:30.060" v="23" actId="478"/>
          <ac:spMkLst>
            <pc:docMk/>
            <pc:sldMk cId="738069298" sldId="283"/>
            <ac:spMk id="3" creationId="{D2DC60A2-A6BD-63E1-74F9-E6D30E26F991}"/>
          </ac:spMkLst>
        </pc:spChg>
        <pc:spChg chg="add mod">
          <ac:chgData name="NIKHIL RAJ" userId="8b4737dc36e157ba" providerId="LiveId" clId="{8863390F-0955-4F00-8A37-1D518CD59B79}" dt="2025-12-24T18:04:38.061" v="943" actId="403"/>
          <ac:spMkLst>
            <pc:docMk/>
            <pc:sldMk cId="738069298" sldId="283"/>
            <ac:spMk id="4" creationId="{5C358204-88B9-C4CB-736D-27F9BAD9975C}"/>
          </ac:spMkLst>
        </pc:spChg>
        <pc:spChg chg="add del">
          <ac:chgData name="NIKHIL RAJ" userId="8b4737dc36e157ba" providerId="LiveId" clId="{8863390F-0955-4F00-8A37-1D518CD59B79}" dt="2025-12-24T17:28:38.676" v="87" actId="22"/>
          <ac:spMkLst>
            <pc:docMk/>
            <pc:sldMk cId="738069298" sldId="283"/>
            <ac:spMk id="6" creationId="{C539D155-4E28-8EAE-82CD-790BBF5ECC19}"/>
          </ac:spMkLst>
        </pc:spChg>
        <pc:spChg chg="add mod">
          <ac:chgData name="NIKHIL RAJ" userId="8b4737dc36e157ba" providerId="LiveId" clId="{8863390F-0955-4F00-8A37-1D518CD59B79}" dt="2025-12-24T18:05:39.048" v="952" actId="20577"/>
          <ac:spMkLst>
            <pc:docMk/>
            <pc:sldMk cId="738069298" sldId="283"/>
            <ac:spMk id="7" creationId="{A31AE26B-77DE-B387-E34E-F92BC7CBC321}"/>
          </ac:spMkLst>
        </pc:spChg>
        <pc:spChg chg="add mod">
          <ac:chgData name="NIKHIL RAJ" userId="8b4737dc36e157ba" providerId="LiveId" clId="{8863390F-0955-4F00-8A37-1D518CD59B79}" dt="2025-12-24T18:05:55.801" v="958" actId="20577"/>
          <ac:spMkLst>
            <pc:docMk/>
            <pc:sldMk cId="738069298" sldId="283"/>
            <ac:spMk id="9" creationId="{9B6FDE48-80AB-A795-2411-478AA8674916}"/>
          </ac:spMkLst>
        </pc:spChg>
        <pc:spChg chg="add mod">
          <ac:chgData name="NIKHIL RAJ" userId="8b4737dc36e157ba" providerId="LiveId" clId="{8863390F-0955-4F00-8A37-1D518CD59B79}" dt="2025-12-24T18:06:32.752" v="968" actId="20577"/>
          <ac:spMkLst>
            <pc:docMk/>
            <pc:sldMk cId="738069298" sldId="283"/>
            <ac:spMk id="11" creationId="{CE41DA8C-5E5A-7655-3C07-0907B546FA4E}"/>
          </ac:spMkLst>
        </pc:spChg>
      </pc:sldChg>
      <pc:sldChg chg="addSp delSp modSp new mod ord">
        <pc:chgData name="NIKHIL RAJ" userId="8b4737dc36e157ba" providerId="LiveId" clId="{8863390F-0955-4F00-8A37-1D518CD59B79}" dt="2025-12-24T18:07:15.771" v="974"/>
        <pc:sldMkLst>
          <pc:docMk/>
          <pc:sldMk cId="3967942529" sldId="284"/>
        </pc:sldMkLst>
        <pc:spChg chg="add del">
          <ac:chgData name="NIKHIL RAJ" userId="8b4737dc36e157ba" providerId="LiveId" clId="{8863390F-0955-4F00-8A37-1D518CD59B79}" dt="2025-12-24T17:34:38.392" v="417" actId="22"/>
          <ac:spMkLst>
            <pc:docMk/>
            <pc:sldMk cId="3967942529" sldId="284"/>
            <ac:spMk id="3" creationId="{334D1002-041B-7C6F-E7EF-D626314D7708}"/>
          </ac:spMkLst>
        </pc:spChg>
        <pc:spChg chg="add del mod">
          <ac:chgData name="NIKHIL RAJ" userId="8b4737dc36e157ba" providerId="LiveId" clId="{8863390F-0955-4F00-8A37-1D518CD59B79}" dt="2025-12-24T17:35:47.825" v="426" actId="478"/>
          <ac:spMkLst>
            <pc:docMk/>
            <pc:sldMk cId="3967942529" sldId="284"/>
            <ac:spMk id="5" creationId="{4CDC03B4-5A23-F506-A6E4-A38A7801A7CD}"/>
          </ac:spMkLst>
        </pc:spChg>
        <pc:spChg chg="add del">
          <ac:chgData name="NIKHIL RAJ" userId="8b4737dc36e157ba" providerId="LiveId" clId="{8863390F-0955-4F00-8A37-1D518CD59B79}" dt="2025-12-24T17:36:06.800" v="428" actId="22"/>
          <ac:spMkLst>
            <pc:docMk/>
            <pc:sldMk cId="3967942529" sldId="284"/>
            <ac:spMk id="7" creationId="{A4514887-9971-5987-BF31-025FBAFF8E9F}"/>
          </ac:spMkLst>
        </pc:spChg>
        <pc:spChg chg="add del mod">
          <ac:chgData name="NIKHIL RAJ" userId="8b4737dc36e157ba" providerId="LiveId" clId="{8863390F-0955-4F00-8A37-1D518CD59B79}" dt="2025-12-24T17:37:03.277" v="449" actId="478"/>
          <ac:spMkLst>
            <pc:docMk/>
            <pc:sldMk cId="3967942529" sldId="284"/>
            <ac:spMk id="9" creationId="{B968BF5A-84CD-A694-0255-05D5AE4FB08B}"/>
          </ac:spMkLst>
        </pc:spChg>
        <pc:spChg chg="add del mod">
          <ac:chgData name="NIKHIL RAJ" userId="8b4737dc36e157ba" providerId="LiveId" clId="{8863390F-0955-4F00-8A37-1D518CD59B79}" dt="2025-12-24T17:37:17.533" v="451" actId="478"/>
          <ac:spMkLst>
            <pc:docMk/>
            <pc:sldMk cId="3967942529" sldId="284"/>
            <ac:spMk id="10" creationId="{377150A7-8325-0745-DB5D-0FCA4501D469}"/>
          </ac:spMkLst>
        </pc:spChg>
        <pc:spChg chg="add mod">
          <ac:chgData name="NIKHIL RAJ" userId="8b4737dc36e157ba" providerId="LiveId" clId="{8863390F-0955-4F00-8A37-1D518CD59B79}" dt="2025-12-24T17:37:35.717" v="494" actId="207"/>
          <ac:spMkLst>
            <pc:docMk/>
            <pc:sldMk cId="3967942529" sldId="284"/>
            <ac:spMk id="11" creationId="{7FDF8413-6978-872B-8EEF-9F86AE3A70D7}"/>
          </ac:spMkLst>
        </pc:spChg>
        <pc:spChg chg="add del mod">
          <ac:chgData name="NIKHIL RAJ" userId="8b4737dc36e157ba" providerId="LiveId" clId="{8863390F-0955-4F00-8A37-1D518CD59B79}" dt="2025-12-24T17:39:50.114" v="698" actId="478"/>
          <ac:spMkLst>
            <pc:docMk/>
            <pc:sldMk cId="3967942529" sldId="284"/>
            <ac:spMk id="12" creationId="{7B42493F-35A8-CE70-EA6A-E469C5A219A6}"/>
          </ac:spMkLst>
        </pc:spChg>
        <pc:spChg chg="add mod">
          <ac:chgData name="NIKHIL RAJ" userId="8b4737dc36e157ba" providerId="LiveId" clId="{8863390F-0955-4F00-8A37-1D518CD59B79}" dt="2025-12-24T17:51:45.956" v="769" actId="1076"/>
          <ac:spMkLst>
            <pc:docMk/>
            <pc:sldMk cId="3967942529" sldId="284"/>
            <ac:spMk id="14" creationId="{D7656642-FE44-E7E0-1035-AA2ECABF0377}"/>
          </ac:spMkLst>
        </pc:spChg>
        <pc:picChg chg="add del mod">
          <ac:chgData name="NIKHIL RAJ" userId="8b4737dc36e157ba" providerId="LiveId" clId="{8863390F-0955-4F00-8A37-1D518CD59B79}" dt="2025-12-24T17:43:14.266" v="733" actId="478"/>
          <ac:picMkLst>
            <pc:docMk/>
            <pc:sldMk cId="3967942529" sldId="284"/>
            <ac:picMk id="16" creationId="{2A850BF5-120B-2747-573D-2452C637464E}"/>
          </ac:picMkLst>
        </pc:picChg>
        <pc:picChg chg="add mod">
          <ac:chgData name="NIKHIL RAJ" userId="8b4737dc36e157ba" providerId="LiveId" clId="{8863390F-0955-4F00-8A37-1D518CD59B79}" dt="2025-12-24T17:47:32.700" v="750" actId="1076"/>
          <ac:picMkLst>
            <pc:docMk/>
            <pc:sldMk cId="3967942529" sldId="284"/>
            <ac:picMk id="18" creationId="{B7436924-A72A-8BF9-73A6-7CA84536C3B1}"/>
          </ac:picMkLst>
        </pc:picChg>
        <pc:picChg chg="add mod">
          <ac:chgData name="NIKHIL RAJ" userId="8b4737dc36e157ba" providerId="LiveId" clId="{8863390F-0955-4F00-8A37-1D518CD59B79}" dt="2025-12-24T17:50:23.971" v="767" actId="1076"/>
          <ac:picMkLst>
            <pc:docMk/>
            <pc:sldMk cId="3967942529" sldId="284"/>
            <ac:picMk id="20" creationId="{D471C8EC-34FA-6997-ECAC-6C49DA5DDDE2}"/>
          </ac:picMkLst>
        </pc:picChg>
        <pc:picChg chg="add del mod">
          <ac:chgData name="NIKHIL RAJ" userId="8b4737dc36e157ba" providerId="LiveId" clId="{8863390F-0955-4F00-8A37-1D518CD59B79}" dt="2025-12-24T17:52:31.113" v="770" actId="478"/>
          <ac:picMkLst>
            <pc:docMk/>
            <pc:sldMk cId="3967942529" sldId="284"/>
            <ac:picMk id="22" creationId="{178E2617-8406-7F56-5CCD-C1B2A49A103A}"/>
          </ac:picMkLst>
        </pc:picChg>
        <pc:picChg chg="add mod">
          <ac:chgData name="NIKHIL RAJ" userId="8b4737dc36e157ba" providerId="LiveId" clId="{8863390F-0955-4F00-8A37-1D518CD59B79}" dt="2025-12-24T17:53:01.942" v="777" actId="1076"/>
          <ac:picMkLst>
            <pc:docMk/>
            <pc:sldMk cId="3967942529" sldId="284"/>
            <ac:picMk id="24" creationId="{93D3600B-3ABA-0C56-6C9B-E7951BBAD1F1}"/>
          </ac:picMkLst>
        </pc:picChg>
      </pc:sldChg>
      <pc:sldChg chg="addSp delSp modSp new mod ord">
        <pc:chgData name="NIKHIL RAJ" userId="8b4737dc36e157ba" providerId="LiveId" clId="{8863390F-0955-4F00-8A37-1D518CD59B79}" dt="2025-12-24T18:06:55.542" v="970"/>
        <pc:sldMkLst>
          <pc:docMk/>
          <pc:sldMk cId="3082995615" sldId="285"/>
        </pc:sldMkLst>
        <pc:spChg chg="add mod">
          <ac:chgData name="NIKHIL RAJ" userId="8b4737dc36e157ba" providerId="LiveId" clId="{8863390F-0955-4F00-8A37-1D518CD59B79}" dt="2025-12-24T17:55:31.449" v="825" actId="403"/>
          <ac:spMkLst>
            <pc:docMk/>
            <pc:sldMk cId="3082995615" sldId="285"/>
            <ac:spMk id="2" creationId="{3B3DBBDE-70A0-75B5-3292-143BBDB64BC6}"/>
          </ac:spMkLst>
        </pc:spChg>
        <pc:spChg chg="add mod">
          <ac:chgData name="NIKHIL RAJ" userId="8b4737dc36e157ba" providerId="LiveId" clId="{8863390F-0955-4F00-8A37-1D518CD59B79}" dt="2025-12-24T18:04:17.297" v="942" actId="20577"/>
          <ac:spMkLst>
            <pc:docMk/>
            <pc:sldMk cId="3082995615" sldId="285"/>
            <ac:spMk id="4" creationId="{264BEBFE-7FA4-AED0-1681-488B6810CBFA}"/>
          </ac:spMkLst>
        </pc:spChg>
        <pc:picChg chg="add del mod">
          <ac:chgData name="NIKHIL RAJ" userId="8b4737dc36e157ba" providerId="LiveId" clId="{8863390F-0955-4F00-8A37-1D518CD59B79}" dt="2025-12-24T18:02:31.798" v="853" actId="478"/>
          <ac:picMkLst>
            <pc:docMk/>
            <pc:sldMk cId="3082995615" sldId="285"/>
            <ac:picMk id="6" creationId="{E2A844F0-8A05-14FA-60AC-05876075A5BD}"/>
          </ac:picMkLst>
        </pc:picChg>
        <pc:picChg chg="add mod">
          <ac:chgData name="NIKHIL RAJ" userId="8b4737dc36e157ba" providerId="LiveId" clId="{8863390F-0955-4F00-8A37-1D518CD59B79}" dt="2025-12-24T18:02:56.402" v="862" actId="1076"/>
          <ac:picMkLst>
            <pc:docMk/>
            <pc:sldMk cId="3082995615" sldId="285"/>
            <ac:picMk id="8" creationId="{020B3697-B167-E967-A415-A1B0657EC5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3D87C-212E-4FA4-89FA-CDB85A942E50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7FE8A-C55A-4423-837B-1CD76E9D0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307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7FE8A-C55A-4423-837B-1CD76E9D05D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94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4684-660D-0A93-67BC-A89C4A319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379E7-145A-617C-7964-60AD5277E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B92C8-E536-80BC-F433-1522DE78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9ADA8-E0DF-B992-B927-4E90C8F2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E3E00-DA58-D53C-B753-3079DF2A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5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6E7D-4FDD-7499-9244-D5B428CE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E97D6-CEC2-75E3-F92A-A05F5F7FC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F01C1-B050-1935-EB69-EA95F746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A404-D940-B156-7115-FB246C78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5E9FC-B7AE-1BFE-A0C7-5655D64A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20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AB45-6C5B-78C2-A689-238E85477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8EBAD-2DFC-14C3-4B0A-627743A3B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76116-C504-B96F-B58D-B854F8B5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9D9A6-7CD8-7356-E370-99F7CBA7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F2478-71A6-FB6F-5430-C162F561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89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754D-B8F6-7D29-7539-EAD8E378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3A0FC-9450-6271-B348-C959A5631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C922D-1697-B7B4-56DB-6F3D10C9D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5550B-F665-203F-B8F9-4119783A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08F8E-0C61-1231-560A-A8D52E2E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BB571-0234-F50C-E8EB-3A906806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31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462D-A301-C86C-F158-2B63E3F61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0024D-7960-2BF6-6FCD-1276C1092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09650-0E7C-F942-F70E-4FC250B6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46C26-B550-42A9-9574-B541F9CE2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54162-C7E1-8D61-248D-76B5BBBF3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E81CE-0352-4262-6790-FE91421A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A5718-4C0C-66EF-C303-95390D12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8962F-88A9-D619-8786-BFBF2477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50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A0D7-0C92-0304-6A09-6480A8EE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02010-E600-DBB6-1CF3-0AECEB0D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834DE-8763-F14D-757C-6FF6E95E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86DA2-F7D1-2E0F-912F-8BB22626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25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B8586-E49B-B29E-96F0-4B37A222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40F70-4876-F796-5D8E-B29AB4BA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5040-2437-149A-8D1E-50FAE97C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06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B2B1-A921-1DC5-2D65-C5A6E60E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15B94-570E-3CD9-50F9-17CEE8F00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4425D-62D2-0A43-8A7B-FA164820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39C25-251B-72C6-2515-C927FD7C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20C8D-0EB7-9FA5-FF68-0DF6E7FC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56C5B-FBA9-D4CE-7627-BFBA8605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2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2C51-DCE3-9712-6C72-1962B70E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E16AD-C824-2DCE-231A-8E8B1EC40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ECBBB-2B30-F7A9-B683-F5AD6C4F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5D2DC-F9E3-122A-579C-BD81023B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7B672-8100-43E1-69C2-5A8CDB5E9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992F4-E171-8D1B-B10F-C11FA27A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9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0F3D-26A9-0613-E1E9-1E01BE19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85371-2AEB-7689-B41D-E2D9641EF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49A7-5995-1B91-B441-76DFC64D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66A2-4CEB-02A7-0438-96F2FF46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AEF25-B5A4-C699-4BCC-BD2AC371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53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5FF5A-947A-F909-1AC7-62F4E8796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8336F-E2BB-63E2-5FD3-C98C5B907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B11F7-4AF3-0B74-824C-8FAF8942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97992-AC00-7F16-CD0A-B4D80A8D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E84ED-B4CE-4806-3301-8D346D75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1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E266B-3DA1-D15A-9E8D-3A8FBA92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A22E5-E556-943C-A004-A675023FB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618A9-2CD2-F396-3339-500153AC3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5C04C-2B56-4AB8-9CF3-4E7D282ADAC1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65477-2740-450D-FC17-A0E038C73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6C422-9B0C-4AB2-8F4F-6943C2E69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F6521-09FC-4F52-9A02-B759B8532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86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26FD4-4BFD-C4FB-4438-A5AF7B3B9304}"/>
              </a:ext>
            </a:extLst>
          </p:cNvPr>
          <p:cNvSpPr txBox="1"/>
          <p:nvPr/>
        </p:nvSpPr>
        <p:spPr>
          <a:xfrm>
            <a:off x="1263804" y="1735509"/>
            <a:ext cx="966439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E6F1FF"/>
                </a:solidFill>
                <a:latin typeface="Editorial new"/>
              </a:rPr>
              <a:t>Dominosa</a:t>
            </a:r>
          </a:p>
          <a:p>
            <a:pPr algn="ctr"/>
            <a:endParaRPr lang="en-US" sz="6600" dirty="0">
              <a:solidFill>
                <a:srgbClr val="E6F1FF"/>
              </a:solidFill>
              <a:latin typeface="Editorial new"/>
            </a:endParaRPr>
          </a:p>
          <a:p>
            <a:pPr algn="ctr"/>
            <a:r>
              <a:rPr lang="en-IN" sz="2800" dirty="0">
                <a:solidFill>
                  <a:srgbClr val="E6F1FF"/>
                </a:solidFill>
                <a:latin typeface="Editorial new"/>
              </a:rPr>
              <a:t> </a:t>
            </a:r>
          </a:p>
          <a:p>
            <a:pPr algn="ctr"/>
            <a:endParaRPr lang="en-IN" sz="2800" dirty="0">
              <a:solidFill>
                <a:srgbClr val="E6F1FF"/>
              </a:solidFill>
              <a:latin typeface="Editorial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ED2F-9200-3F85-61DC-EB416BB89394}"/>
              </a:ext>
            </a:extLst>
          </p:cNvPr>
          <p:cNvSpPr txBox="1"/>
          <p:nvPr/>
        </p:nvSpPr>
        <p:spPr>
          <a:xfrm>
            <a:off x="3026343" y="3429000"/>
            <a:ext cx="96643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E6F1FF"/>
                </a:solidFill>
                <a:latin typeface="Editorial new"/>
              </a:rPr>
              <a:t>Group members:</a:t>
            </a:r>
          </a:p>
          <a:p>
            <a:pPr algn="ctr"/>
            <a:endParaRPr lang="en-US" sz="4800" dirty="0">
              <a:solidFill>
                <a:srgbClr val="E6F1FF"/>
              </a:solidFill>
              <a:latin typeface="Editorial new"/>
            </a:endParaRPr>
          </a:p>
          <a:p>
            <a:pPr algn="ctr"/>
            <a:r>
              <a:rPr lang="en-IN" dirty="0">
                <a:solidFill>
                  <a:srgbClr val="E6F1FF"/>
                </a:solidFill>
                <a:latin typeface="Editorial new"/>
              </a:rPr>
              <a:t> </a:t>
            </a:r>
          </a:p>
          <a:p>
            <a:pPr algn="ctr"/>
            <a:endParaRPr lang="en-IN" dirty="0">
              <a:solidFill>
                <a:srgbClr val="E6F1FF"/>
              </a:solidFill>
              <a:latin typeface="Editorial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83A8D-AFB6-58DA-6B58-15A627D45A3B}"/>
              </a:ext>
            </a:extLst>
          </p:cNvPr>
          <p:cNvSpPr txBox="1"/>
          <p:nvPr/>
        </p:nvSpPr>
        <p:spPr>
          <a:xfrm>
            <a:off x="5777120" y="4318409"/>
            <a:ext cx="63461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087"/>
            <a:r>
              <a:rPr lang="en-US" sz="2400" dirty="0">
                <a:solidFill>
                  <a:schemeClr val="bg1"/>
                </a:solidFill>
              </a:rPr>
              <a:t>L . Nikhil Raj    -     CB.SC.U4CSE24026</a:t>
            </a:r>
          </a:p>
          <a:p>
            <a:pPr marL="446087"/>
            <a:r>
              <a:rPr lang="en-US" sz="2400" dirty="0">
                <a:solidFill>
                  <a:schemeClr val="bg1"/>
                </a:solidFill>
              </a:rPr>
              <a:t>Ojas Joshi        -     CB.SC.U4CSE24034</a:t>
            </a:r>
          </a:p>
          <a:p>
            <a:pPr marL="446087"/>
            <a:r>
              <a:rPr lang="en-US" sz="2400" dirty="0">
                <a:solidFill>
                  <a:schemeClr val="bg1"/>
                </a:solidFill>
              </a:rPr>
              <a:t>S . Varun Teja  -     CB.SC.U4CSE24045</a:t>
            </a:r>
          </a:p>
          <a:p>
            <a:pPr marL="446087"/>
            <a:r>
              <a:rPr lang="en-US" sz="2400" dirty="0" err="1">
                <a:solidFill>
                  <a:schemeClr val="bg1"/>
                </a:solidFill>
              </a:rPr>
              <a:t>Karthikraja</a:t>
            </a:r>
            <a:r>
              <a:rPr lang="en-US" sz="2400" dirty="0">
                <a:solidFill>
                  <a:schemeClr val="bg1"/>
                </a:solidFill>
              </a:rPr>
              <a:t>      -      CB.SC.U4CSE24021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9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5A9BC-E140-A617-2855-E06F936D9320}"/>
              </a:ext>
            </a:extLst>
          </p:cNvPr>
          <p:cNvSpPr txBox="1"/>
          <p:nvPr/>
        </p:nvSpPr>
        <p:spPr>
          <a:xfrm>
            <a:off x="327103" y="156116"/>
            <a:ext cx="8341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The Game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87FC4-7927-A9CC-7C2C-D57EC9878722}"/>
              </a:ext>
            </a:extLst>
          </p:cNvPr>
          <p:cNvSpPr txBox="1"/>
          <p:nvPr/>
        </p:nvSpPr>
        <p:spPr>
          <a:xfrm>
            <a:off x="423746" y="1379131"/>
            <a:ext cx="1049329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The core concept: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grid of numbers. A hidden set of dominoes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goal: Revise engineer the layout (find the hidden binds)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Classic version: </a:t>
            </a:r>
            <a:r>
              <a:rPr lang="en-US" dirty="0">
                <a:solidFill>
                  <a:schemeClr val="bg1"/>
                </a:solidFill>
              </a:rPr>
              <a:t>Solitaire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Competitive strategy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GamePlay loop: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Observe: analyze the grid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Deduce: find the most optimal move at that instant using Greedy logic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Conquer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81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EAB6F7-4C7A-69CE-153A-1A6799B11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75" y="737143"/>
            <a:ext cx="5200650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3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6B8F0A0-D066-A2D5-80F5-10402905C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956" y="0"/>
            <a:ext cx="7872087" cy="6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6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358204-88B9-C4CB-736D-27F9BAD9975C}"/>
              </a:ext>
            </a:extLst>
          </p:cNvPr>
          <p:cNvSpPr txBox="1"/>
          <p:nvPr/>
        </p:nvSpPr>
        <p:spPr>
          <a:xfrm>
            <a:off x="337041" y="225689"/>
            <a:ext cx="10565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Game</a:t>
            </a:r>
            <a:r>
              <a:rPr lang="en-IN" sz="4400" dirty="0"/>
              <a:t> </a:t>
            </a:r>
            <a:r>
              <a:rPr lang="en-IN" sz="4400" dirty="0">
                <a:solidFill>
                  <a:schemeClr val="bg1"/>
                </a:solidFill>
              </a:rPr>
              <a:t>Philosophy</a:t>
            </a:r>
            <a:r>
              <a:rPr lang="en-US" sz="4400" b="1" dirty="0">
                <a:solidFill>
                  <a:schemeClr val="bg1"/>
                </a:solidFill>
                <a:latin typeface="Playfair Display" pitchFamily="2" charset="0"/>
              </a:rPr>
              <a:t> :</a:t>
            </a:r>
            <a:endParaRPr lang="en-IN" sz="36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AE26B-77DE-B387-E34E-F92BC7CBC321}"/>
              </a:ext>
            </a:extLst>
          </p:cNvPr>
          <p:cNvSpPr txBox="1"/>
          <p:nvPr/>
        </p:nvSpPr>
        <p:spPr>
          <a:xfrm>
            <a:off x="337041" y="1115179"/>
            <a:ext cx="11445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The core idea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Dominosa is a deterministic logic puzzle — not a guessing game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FDE48-80AB-A795-2411-478AA8674916}"/>
              </a:ext>
            </a:extLst>
          </p:cNvPr>
          <p:cNvSpPr txBox="1"/>
          <p:nvPr/>
        </p:nvSpPr>
        <p:spPr>
          <a:xfrm>
            <a:off x="337041" y="1951672"/>
            <a:ext cx="64613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Design principles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• Every puzzle has exactly one valid solution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• Player's progress using logical deduction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• Trial-and-error is discouraged by constraints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• Mistakes are prevented using logical rules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1DA8C-5E5A-7655-3C07-0907B546FA4E}"/>
              </a:ext>
            </a:extLst>
          </p:cNvPr>
          <p:cNvSpPr txBox="1"/>
          <p:nvPr/>
        </p:nvSpPr>
        <p:spPr>
          <a:xfrm>
            <a:off x="337041" y="4250103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Train structured reasoning through constraint-	based problem solving.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06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DF8413-6978-872B-8EEF-9F86AE3A70D7}"/>
              </a:ext>
            </a:extLst>
          </p:cNvPr>
          <p:cNvSpPr txBox="1"/>
          <p:nvPr/>
        </p:nvSpPr>
        <p:spPr>
          <a:xfrm>
            <a:off x="327102" y="156116"/>
            <a:ext cx="10565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User Interface Walkthrough</a:t>
            </a:r>
            <a:endParaRPr lang="en-US" sz="40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656642-FE44-E7E0-1035-AA2ECABF0377}"/>
              </a:ext>
            </a:extLst>
          </p:cNvPr>
          <p:cNvSpPr txBox="1"/>
          <p:nvPr/>
        </p:nvSpPr>
        <p:spPr>
          <a:xfrm>
            <a:off x="327101" y="1294067"/>
            <a:ext cx="70112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Home Screen</a:t>
            </a:r>
            <a:r>
              <a:rPr lang="en-IN" dirty="0">
                <a:solidFill>
                  <a:schemeClr val="bg1"/>
                </a:solidFill>
              </a:rPr>
              <a:t>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Grid size selection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Mode selection (Solo / CPU)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Game Screen</a:t>
            </a:r>
            <a:r>
              <a:rPr lang="en-IN" dirty="0">
                <a:solidFill>
                  <a:schemeClr val="bg1"/>
                </a:solidFill>
              </a:rPr>
              <a:t>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Centered logical grid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Highlighted selections for feedback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Sidebar for strategy control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bg1"/>
                </a:solidFill>
              </a:rPr>
              <a:t>Hint System</a:t>
            </a:r>
            <a:r>
              <a:rPr lang="en-IN" dirty="0">
                <a:solidFill>
                  <a:schemeClr val="bg1"/>
                </a:solidFill>
              </a:rPr>
              <a:t>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Uniqueness — global constraint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Isolation — local constraint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	• Duplicate Check — negative constraint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36924-A72A-8BF9-73A6-7CA84536C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29" y="708879"/>
            <a:ext cx="3540841" cy="1867240"/>
          </a:xfrm>
          <a:prstGeom prst="rect">
            <a:avLst/>
          </a:prstGeom>
        </p:spPr>
      </p:pic>
      <p:pic>
        <p:nvPicPr>
          <p:cNvPr id="20" name="Picture 19" descr="A white background with black border&#10;&#10;AI-generated content may be incorrect.">
            <a:extLst>
              <a:ext uri="{FF2B5EF4-FFF2-40B4-BE49-F238E27FC236}">
                <a16:creationId xmlns:a16="http://schemas.microsoft.com/office/drawing/2014/main" id="{D471C8EC-34FA-6997-ECAC-6C49DA5DD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306" y="2766160"/>
            <a:ext cx="3540841" cy="1881071"/>
          </a:xfrm>
          <a:prstGeom prst="rect">
            <a:avLst/>
          </a:prstGeom>
        </p:spPr>
      </p:pic>
      <p:pic>
        <p:nvPicPr>
          <p:cNvPr id="24" name="Picture 23" descr="A white screen with black border&#10;&#10;AI-generated content may be incorrect.">
            <a:extLst>
              <a:ext uri="{FF2B5EF4-FFF2-40B4-BE49-F238E27FC236}">
                <a16:creationId xmlns:a16="http://schemas.microsoft.com/office/drawing/2014/main" id="{93D3600B-3ABA-0C56-6C9B-E7951BBAD1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29" y="4727958"/>
            <a:ext cx="3737611" cy="197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42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DBBDE-70A0-75B5-3292-143BBDB64BC6}"/>
              </a:ext>
            </a:extLst>
          </p:cNvPr>
          <p:cNvSpPr txBox="1"/>
          <p:nvPr/>
        </p:nvSpPr>
        <p:spPr>
          <a:xfrm>
            <a:off x="327102" y="156114"/>
            <a:ext cx="112591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Human vs CPU Philosophy</a:t>
            </a:r>
            <a:r>
              <a:rPr lang="en-US" sz="4400" b="1" dirty="0">
                <a:solidFill>
                  <a:schemeClr val="bg1"/>
                </a:solidFill>
                <a:latin typeface="Playfair Display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BEBFE-7FA4-AED0-1681-488B6810CBFA}"/>
              </a:ext>
            </a:extLst>
          </p:cNvPr>
          <p:cNvSpPr txBox="1"/>
          <p:nvPr/>
        </p:nvSpPr>
        <p:spPr>
          <a:xfrm>
            <a:off x="442731" y="1061594"/>
            <a:ext cx="696506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CPU design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• Uses same strategies as hint system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• Demonstrates optimal logical play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• Acts as learning mirror for player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CPU mode teaches how to think, not how to guess. It 	will make move with us will not gives hints to make a  	move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020B3697-B167-E967-A415-A1B0657EC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637" y="1376968"/>
            <a:ext cx="5636871" cy="299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95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2AF18-BB88-BC51-5AEE-5DFF21B76924}"/>
              </a:ext>
            </a:extLst>
          </p:cNvPr>
          <p:cNvSpPr txBox="1"/>
          <p:nvPr/>
        </p:nvSpPr>
        <p:spPr>
          <a:xfrm>
            <a:off x="327103" y="156116"/>
            <a:ext cx="8341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Architecture 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D6C67-38A3-FE9B-E02C-44A9B582D68B}"/>
              </a:ext>
            </a:extLst>
          </p:cNvPr>
          <p:cNvSpPr txBox="1"/>
          <p:nvPr/>
        </p:nvSpPr>
        <p:spPr>
          <a:xfrm>
            <a:off x="240682" y="1203905"/>
            <a:ext cx="61852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Design Pattern</a:t>
            </a:r>
            <a:r>
              <a:rPr lang="en-US" dirty="0">
                <a:solidFill>
                  <a:schemeClr val="bg1"/>
                </a:solidFill>
              </a:rPr>
              <a:t>: modified Model View Controller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Workflow        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1.    Input          : user clicks a cell (view/UI)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914400" lvl="1" indent="-457200">
              <a:buAutoNum type="arabicPeriod" startAt="2"/>
            </a:pPr>
            <a:r>
              <a:rPr lang="en-US" sz="2000" dirty="0">
                <a:solidFill>
                  <a:schemeClr val="bg1"/>
                </a:solidFill>
              </a:rPr>
              <a:t>Processing: the Controller checks if it’s a 	        	       valid move 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marL="914400" lvl="1" indent="-457200">
              <a:buAutoNum type="arabicPeriod" startAt="3"/>
            </a:pPr>
            <a:r>
              <a:rPr lang="en-US" sz="2000" dirty="0">
                <a:solidFill>
                  <a:schemeClr val="bg1"/>
                </a:solidFill>
              </a:rPr>
              <a:t>Logic         :  the solver analyzes the 		        Graph Model to find the best move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4.   Update      : the Board State changes and 		        the UI repaints the grid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E56105-E770-98FD-467C-E9F236B94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1203905"/>
            <a:ext cx="5016500" cy="443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338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4560A2-4F0C-DB41-714A-B66A731E9DBE}"/>
              </a:ext>
            </a:extLst>
          </p:cNvPr>
          <p:cNvSpPr txBox="1"/>
          <p:nvPr/>
        </p:nvSpPr>
        <p:spPr>
          <a:xfrm>
            <a:off x="327103" y="156116"/>
            <a:ext cx="8341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Game Engine Components 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29BF08-30C4-2D06-5A8F-068CAB512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51" y="2138092"/>
            <a:ext cx="11864897" cy="258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3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6CF4B-84E6-6433-1868-F04CA0ADCEEF}"/>
              </a:ext>
            </a:extLst>
          </p:cNvPr>
          <p:cNvSpPr txBox="1"/>
          <p:nvPr/>
        </p:nvSpPr>
        <p:spPr>
          <a:xfrm>
            <a:off x="327103" y="156116"/>
            <a:ext cx="8341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Logic Engine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85D17-EF87-1A38-E707-C79EBEEF5BB3}"/>
              </a:ext>
            </a:extLst>
          </p:cNvPr>
          <p:cNvSpPr txBox="1"/>
          <p:nvPr/>
        </p:nvSpPr>
        <p:spPr>
          <a:xfrm>
            <a:off x="327103" y="1496005"/>
            <a:ext cx="113568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Greedy Algorithm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Definition   :  locally the most optimal decision is taken at each iteration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Application:  only Deterministic moves are executed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DC9AE-3ECB-E0E3-7AED-4E51F2654833}"/>
              </a:ext>
            </a:extLst>
          </p:cNvPr>
          <p:cNvSpPr txBox="1"/>
          <p:nvPr/>
        </p:nvSpPr>
        <p:spPr>
          <a:xfrm>
            <a:off x="327103" y="3048000"/>
            <a:ext cx="114457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Greedy Strategies </a:t>
            </a:r>
            <a:endParaRPr lang="en-IN" sz="2000" dirty="0">
              <a:solidFill>
                <a:schemeClr val="bg1"/>
              </a:solidFill>
            </a:endParaRP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Duplicate Check : Constraint propagation (Negative Logic) 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Uniqueness        : Global Search               (Frequency Counting) 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 Isolation             : Local Search                 (Graph Degree) </a:t>
            </a:r>
            <a:endParaRPr lang="en-US" sz="2000" dirty="0">
              <a:solidFill>
                <a:schemeClr val="bg1"/>
              </a:solidFill>
            </a:endParaRP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     CPU Logic          : Priority queue of the above 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765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C3B5E8-5A92-B9E9-8495-12FC87452774}"/>
              </a:ext>
            </a:extLst>
          </p:cNvPr>
          <p:cNvSpPr txBox="1"/>
          <p:nvPr/>
        </p:nvSpPr>
        <p:spPr>
          <a:xfrm>
            <a:off x="327103" y="156116"/>
            <a:ext cx="8341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Strategy 1: Uniqueness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50D3B-05F3-62E4-0B38-042A7341814B}"/>
              </a:ext>
            </a:extLst>
          </p:cNvPr>
          <p:cNvSpPr txBox="1"/>
          <p:nvPr/>
        </p:nvSpPr>
        <p:spPr>
          <a:xfrm>
            <a:off x="247093" y="1459230"/>
            <a:ext cx="11445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logic (global search) </a:t>
            </a:r>
            <a:endParaRPr lang="en-IN" sz="2000" dirty="0">
              <a:solidFill>
                <a:schemeClr val="bg1"/>
              </a:solidFill>
            </a:endParaRP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The solver ignores the grid shape and looks at the Bone Pile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It iterates through ever possible domino 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It scans the board for all possible locations of that specific pair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8C3B8-39CA-5EB4-2771-CC44BA0C97FC}"/>
              </a:ext>
            </a:extLst>
          </p:cNvPr>
          <p:cNvSpPr txBox="1"/>
          <p:nvPr/>
        </p:nvSpPr>
        <p:spPr>
          <a:xfrm>
            <a:off x="327103" y="2782669"/>
            <a:ext cx="8965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rule </a:t>
            </a:r>
          </a:p>
          <a:p>
            <a:pPr marL="720725" lvl="1" indent="-366713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If possible_loacations == 1, move is forced</a:t>
            </a:r>
          </a:p>
          <a:p>
            <a:pPr marL="720725" lvl="1" indent="-366713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We claim the edge</a:t>
            </a:r>
          </a:p>
        </p:txBody>
      </p:sp>
    </p:spTree>
    <p:extLst>
      <p:ext uri="{BB962C8B-B14F-4D97-AF65-F5344CB8AC3E}">
        <p14:creationId xmlns:p14="http://schemas.microsoft.com/office/powerpoint/2010/main" val="3114025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5C59EF0-F98A-BE6B-8143-69A1DA8AF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868" y="107950"/>
            <a:ext cx="5910263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387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0D896-7813-608E-C617-555737B15BE8}"/>
              </a:ext>
            </a:extLst>
          </p:cNvPr>
          <p:cNvSpPr txBox="1"/>
          <p:nvPr/>
        </p:nvSpPr>
        <p:spPr>
          <a:xfrm>
            <a:off x="327102" y="156116"/>
            <a:ext cx="10565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Strategy 2: Isolation (local constraint) 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DD3AF-FD07-A6E0-769E-3FA2945723FA}"/>
              </a:ext>
            </a:extLst>
          </p:cNvPr>
          <p:cNvSpPr txBox="1"/>
          <p:nvPr/>
        </p:nvSpPr>
        <p:spPr>
          <a:xfrm>
            <a:off x="247093" y="1459230"/>
            <a:ext cx="11445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logic (local search) </a:t>
            </a:r>
            <a:endParaRPr lang="en-IN" sz="2000" dirty="0">
              <a:solidFill>
                <a:schemeClr val="bg1"/>
              </a:solidFill>
            </a:endParaRP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This strategy ignores the global list of dominoes and focuses on the Graph topology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It visits every node on the board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It calculates the node degree to find how many nodes it can still connect to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A8702-2C3C-A429-418B-1D492376827D}"/>
              </a:ext>
            </a:extLst>
          </p:cNvPr>
          <p:cNvSpPr txBox="1"/>
          <p:nvPr/>
        </p:nvSpPr>
        <p:spPr>
          <a:xfrm>
            <a:off x="247093" y="3714750"/>
            <a:ext cx="11445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rule </a:t>
            </a:r>
          </a:p>
          <a:p>
            <a:pPr marL="892175" indent="-446088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If valid_neighboard == 1 , the cell is trapped</a:t>
            </a:r>
          </a:p>
          <a:p>
            <a:pPr marL="892175" indent="-446088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It must connect to that single remaining neighbor immediately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64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B3858B2-09F4-BC6C-E6EB-485AD9C5E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7" y="171450"/>
            <a:ext cx="5927725" cy="651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740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B3BFAD-F387-40EF-7DEB-2CACCC2F672B}"/>
              </a:ext>
            </a:extLst>
          </p:cNvPr>
          <p:cNvSpPr txBox="1"/>
          <p:nvPr/>
        </p:nvSpPr>
        <p:spPr>
          <a:xfrm>
            <a:off x="327102" y="156116"/>
            <a:ext cx="10565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Strategy 3: Duplicate check  (negative logic) 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5A33A3-806F-5CAE-692B-DD029293DDE6}"/>
              </a:ext>
            </a:extLst>
          </p:cNvPr>
          <p:cNvSpPr txBox="1"/>
          <p:nvPr/>
        </p:nvSpPr>
        <p:spPr>
          <a:xfrm>
            <a:off x="327102" y="1436370"/>
            <a:ext cx="11445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logic (constraint propagation) </a:t>
            </a:r>
            <a:endParaRPr lang="en-IN" sz="2000" dirty="0">
              <a:solidFill>
                <a:schemeClr val="bg1"/>
              </a:solidFill>
            </a:endParaRP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This strategy doesn’t look for where you can put a domino, it looks for where a domino 	cannot go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 It identifies all the Confirmed pairs on the 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58EAB-BD93-4993-BA1B-8860012D03AC}"/>
              </a:ext>
            </a:extLst>
          </p:cNvPr>
          <p:cNvSpPr txBox="1"/>
          <p:nvPr/>
        </p:nvSpPr>
        <p:spPr>
          <a:xfrm>
            <a:off x="327102" y="3577590"/>
            <a:ext cx="11445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rule</a:t>
            </a:r>
            <a:endParaRPr lang="en-IN" sz="2000" dirty="0">
              <a:solidFill>
                <a:schemeClr val="bg1"/>
              </a:solidFill>
            </a:endParaRP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It scans all remining empty connections 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If an empty connection matches a Confirmed pair, it marks that edge as blocked</a:t>
            </a:r>
          </a:p>
          <a:p>
            <a:pPr marL="444500" indent="1016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   Reason: each pair in dominos only exists once </a:t>
            </a:r>
          </a:p>
        </p:txBody>
      </p:sp>
    </p:spTree>
    <p:extLst>
      <p:ext uri="{BB962C8B-B14F-4D97-AF65-F5344CB8AC3E}">
        <p14:creationId xmlns:p14="http://schemas.microsoft.com/office/powerpoint/2010/main" val="1496302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10EA0-F921-EA35-93BF-E12FBF92A037}"/>
              </a:ext>
            </a:extLst>
          </p:cNvPr>
          <p:cNvSpPr txBox="1"/>
          <p:nvPr/>
        </p:nvSpPr>
        <p:spPr>
          <a:xfrm>
            <a:off x="327102" y="156116"/>
            <a:ext cx="10565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Strategy 4: CPU logic (priority system)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3EA91-A91C-4FC3-9A68-4588EC9C7B0F}"/>
              </a:ext>
            </a:extLst>
          </p:cNvPr>
          <p:cNvSpPr txBox="1"/>
          <p:nvPr/>
        </p:nvSpPr>
        <p:spPr>
          <a:xfrm>
            <a:off x="327102" y="1436370"/>
            <a:ext cx="11445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logic</a:t>
            </a:r>
          </a:p>
          <a:p>
            <a:pPr marL="628650" indent="-273050">
              <a:buFont typeface="Arial" panose="020B0604020202020204" pitchFamily="34" charset="0"/>
              <a:buChar char="•"/>
              <a:tabLst>
                <a:tab pos="263525" algn="l"/>
                <a:tab pos="720725" algn="l"/>
              </a:tabLst>
            </a:pPr>
            <a:r>
              <a:rPr lang="en-US" sz="2000" dirty="0">
                <a:solidFill>
                  <a:schemeClr val="bg1"/>
                </a:solidFill>
              </a:rPr>
              <a:t>It is a Prioritized logic engine</a:t>
            </a:r>
          </a:p>
          <a:p>
            <a:pPr marL="628650" indent="-273050">
              <a:buFont typeface="Arial" panose="020B0604020202020204" pitchFamily="34" charset="0"/>
              <a:buChar char="•"/>
              <a:tabLst>
                <a:tab pos="263525" algn="l"/>
                <a:tab pos="720725" algn="l"/>
              </a:tabLst>
            </a:pPr>
            <a:r>
              <a:rPr lang="en-US" sz="2000" dirty="0">
                <a:solidFill>
                  <a:schemeClr val="bg1"/>
                </a:solidFill>
              </a:rPr>
              <a:t>It combines all strategies into a single decision tree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904BE-626E-EF90-AEFE-53E9FD25DDE0}"/>
              </a:ext>
            </a:extLst>
          </p:cNvPr>
          <p:cNvSpPr txBox="1"/>
          <p:nvPr/>
        </p:nvSpPr>
        <p:spPr>
          <a:xfrm>
            <a:off x="327101" y="3898136"/>
            <a:ext cx="114457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rule</a:t>
            </a:r>
          </a:p>
          <a:p>
            <a:pPr marL="628650" indent="-274638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Defense First: run </a:t>
            </a:r>
            <a:r>
              <a:rPr lang="en-US" sz="2000" i="1" dirty="0">
                <a:solidFill>
                  <a:schemeClr val="bg1"/>
                </a:solidFill>
              </a:rPr>
              <a:t>Duplicate check </a:t>
            </a:r>
            <a:r>
              <a:rPr lang="en-US" sz="2000" dirty="0">
                <a:solidFill>
                  <a:schemeClr val="bg1"/>
                </a:solidFill>
              </a:rPr>
              <a:t>to block impossible moves </a:t>
            </a:r>
          </a:p>
          <a:p>
            <a:pPr marL="628650" indent="-274638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Global Constraint : check </a:t>
            </a:r>
            <a:r>
              <a:rPr lang="en-US" sz="2000" i="1" dirty="0">
                <a:solidFill>
                  <a:schemeClr val="bg1"/>
                </a:solidFill>
              </a:rPr>
              <a:t>uniqueness</a:t>
            </a:r>
            <a:r>
              <a:rPr lang="en-US" sz="2000" dirty="0">
                <a:solidFill>
                  <a:schemeClr val="bg1"/>
                </a:solidFill>
              </a:rPr>
              <a:t> to claim unique dominoes</a:t>
            </a:r>
          </a:p>
          <a:p>
            <a:pPr marL="628650" indent="-274638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Local Constraints: check </a:t>
            </a:r>
            <a:r>
              <a:rPr lang="en-US" sz="2000" i="1" dirty="0">
                <a:solidFill>
                  <a:schemeClr val="bg1"/>
                </a:solidFill>
              </a:rPr>
              <a:t>isolation</a:t>
            </a:r>
            <a:r>
              <a:rPr lang="en-US" sz="2000" dirty="0">
                <a:solidFill>
                  <a:schemeClr val="bg1"/>
                </a:solidFill>
              </a:rPr>
              <a:t> to save trapped cells</a:t>
            </a:r>
          </a:p>
          <a:p>
            <a:pPr marL="628650" indent="-274638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Action : execute the first valid move found in this order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446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F46CFBB-3F4D-6205-6109-D5C99F1E4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535" y="222350"/>
            <a:ext cx="5154930" cy="641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892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51450-034C-A669-8516-E035EAE9640A}"/>
              </a:ext>
            </a:extLst>
          </p:cNvPr>
          <p:cNvSpPr txBox="1"/>
          <p:nvPr/>
        </p:nvSpPr>
        <p:spPr>
          <a:xfrm>
            <a:off x="327103" y="156116"/>
            <a:ext cx="8341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Playfair Display" pitchFamily="2" charset="0"/>
              </a:rPr>
              <a:t>User Interface Overview</a:t>
            </a:r>
            <a:endParaRPr lang="en-IN" sz="3200" b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3D32E-149C-F4A8-BE98-BB26DB98BBBC}"/>
              </a:ext>
            </a:extLst>
          </p:cNvPr>
          <p:cNvSpPr txBox="1"/>
          <p:nvPr/>
        </p:nvSpPr>
        <p:spPr>
          <a:xfrm>
            <a:off x="441402" y="1626632"/>
            <a:ext cx="1185727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Design Philosophy: </a:t>
            </a:r>
            <a:r>
              <a:rPr lang="en-US" dirty="0">
                <a:solidFill>
                  <a:schemeClr val="bg1"/>
                </a:solidFill>
              </a:rPr>
              <a:t>minimalist Glass aesthetic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		           ( </a:t>
            </a:r>
            <a:r>
              <a:rPr lang="en-US" dirty="0">
                <a:solidFill>
                  <a:schemeClr val="bg1"/>
                </a:solidFill>
              </a:rPr>
              <a:t>clean while background, high-contrast text &amp; subtle orange accents for focus</a:t>
            </a:r>
            <a:r>
              <a:rPr lang="en-US" sz="2000" b="1" dirty="0">
                <a:solidFill>
                  <a:schemeClr val="bg1"/>
                </a:solidFill>
              </a:rPr>
              <a:t>)  </a:t>
            </a:r>
            <a:endParaRPr lang="en-US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Key Features : 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	Menu System : </a:t>
            </a:r>
            <a:r>
              <a:rPr lang="en-IN" dirty="0">
                <a:solidFill>
                  <a:schemeClr val="bg1"/>
                </a:solidFill>
              </a:rPr>
              <a:t>Dynamic start screen allowing selection of grid sizes </a:t>
            </a:r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	Interactive Grid : </a:t>
            </a:r>
            <a:r>
              <a:rPr lang="en-IN" dirty="0">
                <a:solidFill>
                  <a:schemeClr val="bg1"/>
                </a:solidFill>
              </a:rPr>
              <a:t>Responsive click handled with visual feedback </a:t>
            </a:r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	Sidebar :</a:t>
            </a:r>
          </a:p>
          <a:p>
            <a:pPr marL="1520825" indent="90488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      </a:t>
            </a:r>
            <a:r>
              <a:rPr lang="en-IN" dirty="0">
                <a:solidFill>
                  <a:schemeClr val="bg1"/>
                </a:solidFill>
              </a:rPr>
              <a:t>Solo mode: Displays ‘hint strategy’ selector</a:t>
            </a:r>
          </a:p>
          <a:p>
            <a:pPr marL="1520825" indent="90488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      </a:t>
            </a:r>
            <a:r>
              <a:rPr lang="en-IN" sz="2000" dirty="0">
                <a:solidFill>
                  <a:schemeClr val="bg1"/>
                </a:solidFill>
              </a:rPr>
              <a:t>CPU</a:t>
            </a:r>
            <a:r>
              <a:rPr lang="en-IN" sz="2000" b="1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mode: </a:t>
            </a:r>
            <a:r>
              <a:rPr lang="en-IN" dirty="0">
                <a:solidFill>
                  <a:schemeClr val="bg1"/>
                </a:solidFill>
              </a:rPr>
              <a:t>Displays ‘</a:t>
            </a:r>
            <a:r>
              <a:rPr lang="en-IN" dirty="0" err="1">
                <a:solidFill>
                  <a:schemeClr val="bg1"/>
                </a:solidFill>
              </a:rPr>
              <a:t>cpu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startergy</a:t>
            </a:r>
            <a:r>
              <a:rPr lang="en-IN" dirty="0">
                <a:solidFill>
                  <a:schemeClr val="bg1"/>
                </a:solidFill>
              </a:rPr>
              <a:t>’ selector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1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1FC0402C-89CA-F827-CC8D-12EB254F8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88" y="466725"/>
            <a:ext cx="5610225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991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72554-FF2F-5CEC-B788-7C8AF17E0496}"/>
              </a:ext>
            </a:extLst>
          </p:cNvPr>
          <p:cNvSpPr txBox="1"/>
          <p:nvPr/>
        </p:nvSpPr>
        <p:spPr>
          <a:xfrm>
            <a:off x="829464" y="4472746"/>
            <a:ext cx="966439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E6F1FF"/>
                </a:solidFill>
                <a:latin typeface="Editorial new"/>
              </a:rPr>
              <a:t>Thank You</a:t>
            </a:r>
          </a:p>
          <a:p>
            <a:pPr algn="ctr"/>
            <a:endParaRPr lang="en-US" sz="6600" dirty="0">
              <a:solidFill>
                <a:srgbClr val="E6F1FF"/>
              </a:solidFill>
              <a:latin typeface="Editorial new"/>
            </a:endParaRPr>
          </a:p>
          <a:p>
            <a:pPr algn="ctr"/>
            <a:r>
              <a:rPr lang="en-IN" sz="2800" dirty="0">
                <a:solidFill>
                  <a:srgbClr val="E6F1FF"/>
                </a:solidFill>
                <a:latin typeface="Editorial new"/>
              </a:rPr>
              <a:t> </a:t>
            </a:r>
          </a:p>
          <a:p>
            <a:pPr algn="ctr"/>
            <a:endParaRPr lang="en-IN" sz="2800" dirty="0">
              <a:solidFill>
                <a:srgbClr val="E6F1FF"/>
              </a:solidFill>
              <a:latin typeface="Editorial new"/>
            </a:endParaRPr>
          </a:p>
        </p:txBody>
      </p:sp>
    </p:spTree>
    <p:extLst>
      <p:ext uri="{BB962C8B-B14F-4D97-AF65-F5344CB8AC3E}">
        <p14:creationId xmlns:p14="http://schemas.microsoft.com/office/powerpoint/2010/main" val="139678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ntech_Dark">
      <a:dk1>
        <a:srgbClr val="121212"/>
      </a:dk1>
      <a:lt1>
        <a:srgbClr val="E6F1FF"/>
      </a:lt1>
      <a:dk2>
        <a:srgbClr val="0E2841"/>
      </a:dk2>
      <a:lt2>
        <a:srgbClr val="E8E8E8"/>
      </a:lt2>
      <a:accent1>
        <a:srgbClr val="64FFDA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Playfair Display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802</Words>
  <Application>Microsoft Office PowerPoint</Application>
  <PresentationFormat>Widescreen</PresentationFormat>
  <Paragraphs>125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Editorial new</vt:lpstr>
      <vt:lpstr>Inter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OJAS JOSHI - [CB.SC.U4CSE24034]</dc:creator>
  <cp:lastModifiedBy>NIKHIL RAJ</cp:lastModifiedBy>
  <cp:revision>13</cp:revision>
  <dcterms:created xsi:type="dcterms:W3CDTF">2025-08-10T07:28:09Z</dcterms:created>
  <dcterms:modified xsi:type="dcterms:W3CDTF">2025-12-24T18:16:34Z</dcterms:modified>
</cp:coreProperties>
</file>